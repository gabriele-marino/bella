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554"/>
  </p:normalViewPr>
  <p:slideViewPr>
    <p:cSldViewPr snapToGrid="0">
      <p:cViewPr varScale="1">
        <p:scale>
          <a:sx n="116" d="100"/>
          <a:sy n="116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E6D3B-E570-0E4A-A17E-39316642D41B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D30AA-DA49-964C-968A-35D14D005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2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7D30AA-DA49-964C-968A-35D14D005A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24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89D82-823B-460E-B3BD-BD6DAC3C5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94A66-35A3-1406-C983-F3304BFA0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1B477-E68A-87E4-7CBE-88B4686E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43944-F2CA-997A-6636-B5A7B654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08239-DBC3-5189-6A4D-D83D8B3D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14FE6-6AEE-9EB2-4E24-E999A1601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C8CBC-3C08-C5C4-EA8F-6B10B065B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F0DD3-8F37-53B0-F7F5-22B31C9DF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F7581-055A-349E-4E9F-8EDCFC46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0360C-19B9-AF55-81B5-E3A642527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68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8152E-344E-DCEF-D5B8-3F00B6D21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1B11B-FE30-B240-2A2C-D0F423EDA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8933C-5EB7-F06A-8D49-A1B68F231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BA9E1-A98E-2F9C-6C19-2932B62BB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23441-5E07-5ADE-D52D-D1F281A3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52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4517-345D-C54E-1266-004956F6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84253-FCCA-6E62-BB65-063DD12BA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28375-3CAF-CA93-D8F5-BE7A143B6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C694C-1149-B6C9-8840-B061A2AE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D11A8-D937-3282-E3C2-E32B2316C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55F2A-389F-7AFB-1FF9-DE03A1FA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7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C2B70-B92D-7A4C-21A6-DF5DA000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3651B-B025-B525-AC18-41C655D37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5104B-2293-A213-3D9B-25E1DA138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9F4732-8402-F35E-DAFE-D648C3F4B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FF9B1-86CA-DB9D-CFCA-5F8C0CDE4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C85251-D79A-3071-DEEC-E7C6D891E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04089E-C56B-5031-901A-185187145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F8A81-C050-C59A-F0FC-D3D2154D5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7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FB145-C41D-EAE6-F816-C468F632A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4985C5-494B-52F0-A69C-6FE275583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54695-EF04-7CAA-600F-8A9289A4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B29E5-7E09-43FC-BEF1-AD96B8383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54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B190A3-2A5C-7863-1045-15724AA74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A9B680-7B9C-98E8-3B0D-6C8D48D7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049C4-9515-BC51-5E09-EA94F8F5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49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4529-0FAA-C541-B4C7-E81ADAF6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45A11-5D32-D6A4-73C4-AAE0FEECA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42DD7-CC58-2C40-5CC3-7F4A79BDF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12402-AAE0-AB7E-0E7D-0276CBC6A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8780B-005D-E1A1-EE7C-47F0DDD85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A2C73-9696-E95C-C6B8-C952BA35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23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99ADA-0829-4A72-B2C5-A8D818B58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180256-0565-388F-6A19-74A2226C2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FB8C0-FB1D-36A2-9A05-0DC86245F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25697-9772-2CC1-DA6D-69E331AC0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6F134-A279-DA3D-5E93-C422C3EA0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C2F50-ECC2-AB8C-F9D3-5422E936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07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758F-C2E0-D4A7-996F-4CF02BA3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22837-44A9-D369-4466-5DFD751EA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6FD1F-05D1-C793-AF7F-1A3A338AD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17F21-0F28-3A0C-6BEC-A73B7D07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620C6-9AB2-CD2C-6C3C-64E38D3C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8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96B471-61E3-7397-2DB3-995BCFD7F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47A4E-670E-8E91-C608-AFEB88CD4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84941-2B56-CFA1-5A47-13297485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16021-4007-2F9D-0C99-BC618C0B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38C8C-6105-3CE5-81F1-CB2CE5F2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34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B374E-04B3-7141-8247-6DEEF6E03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AC0CF-C1A9-FA6F-3435-C216374FF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C2BFA-D878-2F0A-4969-15D702021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54F5A-04CF-F446-A1ED-D6DE4CE37F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FCAE6-E7D5-FE7C-4284-363716CE1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BD15B-64FA-7434-B915-0B0B30216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3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83188A7-7443-E78A-5756-7C766BCCB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6" y="286439"/>
            <a:ext cx="4532302" cy="655763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CA1AC55-BBB3-8901-E025-ED9CBAF7E830}"/>
              </a:ext>
            </a:extLst>
          </p:cNvPr>
          <p:cNvGrpSpPr/>
          <p:nvPr/>
        </p:nvGrpSpPr>
        <p:grpSpPr>
          <a:xfrm>
            <a:off x="4470027" y="743438"/>
            <a:ext cx="4671152" cy="2668155"/>
            <a:chOff x="4572000" y="414476"/>
            <a:chExt cx="5577978" cy="3306459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A9F24A2-0836-AE3D-C6C5-DC03B3F8E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21793" y="414476"/>
              <a:ext cx="4723082" cy="2728809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39E9AD-5C96-7AFC-B771-980CF3E6D30D}"/>
                </a:ext>
              </a:extLst>
            </p:cNvPr>
            <p:cNvCxnSpPr>
              <a:cxnSpLocks/>
            </p:cNvCxnSpPr>
            <p:nvPr/>
          </p:nvCxnSpPr>
          <p:spPr>
            <a:xfrm>
              <a:off x="4933933" y="3425754"/>
              <a:ext cx="4938801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3A2A48-8A49-D534-7685-7BE8D51141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5647" y="2001239"/>
              <a:ext cx="0" cy="1424515"/>
            </a:xfrm>
            <a:prstGeom prst="line">
              <a:avLst/>
            </a:prstGeom>
            <a:ln w="12700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ABD11C-1303-9C63-B973-D4471543B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8995" y="2408863"/>
              <a:ext cx="0" cy="1016890"/>
            </a:xfrm>
            <a:prstGeom prst="line">
              <a:avLst/>
            </a:prstGeom>
            <a:ln w="12700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1F08EE4-958B-09BB-4767-CC5335367D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2344" y="3198370"/>
              <a:ext cx="0" cy="227382"/>
            </a:xfrm>
            <a:prstGeom prst="line">
              <a:avLst/>
            </a:prstGeom>
            <a:ln w="12700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7EE0558-5591-57CB-F9E3-F97E43D4D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68808" y="3073586"/>
              <a:ext cx="0" cy="353803"/>
            </a:xfrm>
            <a:prstGeom prst="line">
              <a:avLst/>
            </a:prstGeom>
            <a:ln w="12700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98DC55-D9C5-BD43-BAD1-875C694148BB}"/>
                </a:ext>
              </a:extLst>
            </p:cNvPr>
            <p:cNvSpPr txBox="1"/>
            <p:nvPr/>
          </p:nvSpPr>
          <p:spPr>
            <a:xfrm>
              <a:off x="7542764" y="3438079"/>
              <a:ext cx="11632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16-02-2020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5744E7B-1898-8CE3-9C91-D167FC814EE4}"/>
                </a:ext>
              </a:extLst>
            </p:cNvPr>
            <p:cNvSpPr txBox="1"/>
            <p:nvPr/>
          </p:nvSpPr>
          <p:spPr>
            <a:xfrm>
              <a:off x="8986726" y="3438079"/>
              <a:ext cx="11632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08-03-2020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324459-76AA-66C2-FEFC-80DBD4EF740D}"/>
                </a:ext>
              </a:extLst>
            </p:cNvPr>
            <p:cNvSpPr txBox="1"/>
            <p:nvPr/>
          </p:nvSpPr>
          <p:spPr>
            <a:xfrm>
              <a:off x="6074172" y="3437473"/>
              <a:ext cx="11632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26-01-2020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62B5D44-A654-77AA-4766-EF48557EED16}"/>
                </a:ext>
              </a:extLst>
            </p:cNvPr>
            <p:cNvSpPr txBox="1"/>
            <p:nvPr/>
          </p:nvSpPr>
          <p:spPr>
            <a:xfrm>
              <a:off x="4572000" y="3443936"/>
              <a:ext cx="12552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05-01-2020</a:t>
              </a:r>
            </a:p>
          </p:txBody>
        </p:sp>
      </p:grpSp>
      <p:pic>
        <p:nvPicPr>
          <p:cNvPr id="43" name="Graphic 42">
            <a:extLst>
              <a:ext uri="{FF2B5EF4-FFF2-40B4-BE49-F238E27FC236}">
                <a16:creationId xmlns:a16="http://schemas.microsoft.com/office/drawing/2014/main" id="{41058D2F-861D-827E-8088-C898819BE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318" b="80049"/>
          <a:stretch>
            <a:fillRect/>
          </a:stretch>
        </p:blipFill>
        <p:spPr>
          <a:xfrm>
            <a:off x="0" y="487884"/>
            <a:ext cx="1402760" cy="1368241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CDEAE67-9D63-8262-C856-2B726BAB2F70}"/>
              </a:ext>
            </a:extLst>
          </p:cNvPr>
          <p:cNvSpPr/>
          <p:nvPr/>
        </p:nvSpPr>
        <p:spPr>
          <a:xfrm>
            <a:off x="0" y="13927"/>
            <a:ext cx="1750741" cy="4739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BEC4AC-5EF7-8EB5-C228-42E835366861}"/>
              </a:ext>
            </a:extLst>
          </p:cNvPr>
          <p:cNvGrpSpPr/>
          <p:nvPr/>
        </p:nvGrpSpPr>
        <p:grpSpPr>
          <a:xfrm>
            <a:off x="4572000" y="731358"/>
            <a:ext cx="2086993" cy="480498"/>
            <a:chOff x="4572000" y="598054"/>
            <a:chExt cx="2756268" cy="53668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903F968-CED9-DDCF-A28B-385D6F5DA847}"/>
                </a:ext>
              </a:extLst>
            </p:cNvPr>
            <p:cNvCxnSpPr>
              <a:cxnSpLocks/>
            </p:cNvCxnSpPr>
            <p:nvPr/>
          </p:nvCxnSpPr>
          <p:spPr>
            <a:xfrm>
              <a:off x="4834626" y="753078"/>
              <a:ext cx="0" cy="2042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28D0B6D-7D36-F6FA-7622-B7EAD3E08D62}"/>
                </a:ext>
              </a:extLst>
            </p:cNvPr>
            <p:cNvCxnSpPr/>
            <p:nvPr/>
          </p:nvCxnSpPr>
          <p:spPr>
            <a:xfrm>
              <a:off x="4724266" y="753078"/>
              <a:ext cx="2207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A1160AD-B7A3-C5FA-D794-DFD4557A05E0}"/>
                </a:ext>
              </a:extLst>
            </p:cNvPr>
            <p:cNvCxnSpPr/>
            <p:nvPr/>
          </p:nvCxnSpPr>
          <p:spPr>
            <a:xfrm>
              <a:off x="4730322" y="966867"/>
              <a:ext cx="2207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34860F6-42C6-59A7-B32B-1DE1B5FB0DDF}"/>
                </a:ext>
              </a:extLst>
            </p:cNvPr>
            <p:cNvSpPr txBox="1"/>
            <p:nvPr/>
          </p:nvSpPr>
          <p:spPr>
            <a:xfrm>
              <a:off x="4938930" y="697119"/>
              <a:ext cx="2389338" cy="309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= 50 migration events</a:t>
              </a:r>
            </a:p>
          </p:txBody>
        </p: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7CB38D38-B440-DD5F-934F-5D2730DF7371}"/>
                </a:ext>
              </a:extLst>
            </p:cNvPr>
            <p:cNvSpPr/>
            <p:nvPr/>
          </p:nvSpPr>
          <p:spPr>
            <a:xfrm>
              <a:off x="4572000" y="598054"/>
              <a:ext cx="2634552" cy="536683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FA4F81E-47E1-71B4-8454-F0CB4F7A6AD5}"/>
              </a:ext>
            </a:extLst>
          </p:cNvPr>
          <p:cNvSpPr txBox="1"/>
          <p:nvPr/>
        </p:nvSpPr>
        <p:spPr>
          <a:xfrm>
            <a:off x="1263808" y="118552"/>
            <a:ext cx="218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Transmission tree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95A010-BB34-E054-ED27-DDC1DAE23EA6}"/>
              </a:ext>
            </a:extLst>
          </p:cNvPr>
          <p:cNvSpPr txBox="1"/>
          <p:nvPr/>
        </p:nvSpPr>
        <p:spPr>
          <a:xfrm>
            <a:off x="5717274" y="118552"/>
            <a:ext cx="218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Migration fluxes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3F0867-C3C8-EFB8-7E71-9C19CF66BDCD}"/>
              </a:ext>
            </a:extLst>
          </p:cNvPr>
          <p:cNvSpPr txBox="1"/>
          <p:nvPr/>
        </p:nvSpPr>
        <p:spPr>
          <a:xfrm>
            <a:off x="5717274" y="3541773"/>
            <a:ext cx="218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PDPs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2096508-ACFB-0AF8-7321-64FFB3AE4A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2576" y="3963190"/>
            <a:ext cx="3811533" cy="285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86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</Words>
  <Application>Microsoft Macintosh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Marino  Gabriele</dc:creator>
  <cp:lastModifiedBy>Marino  Gabriele</cp:lastModifiedBy>
  <cp:revision>7</cp:revision>
  <dcterms:created xsi:type="dcterms:W3CDTF">2026-01-25T15:13:02Z</dcterms:created>
  <dcterms:modified xsi:type="dcterms:W3CDTF">2026-01-27T16:24:02Z</dcterms:modified>
</cp:coreProperties>
</file>