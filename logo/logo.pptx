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3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3"/>
  </p:normalViewPr>
  <p:slideViewPr>
    <p:cSldViewPr snapToGrid="0">
      <p:cViewPr varScale="1">
        <p:scale>
          <a:sx n="115" d="100"/>
          <a:sy n="115" d="100"/>
        </p:scale>
        <p:origin x="6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5FA1-AECC-3FD0-5A94-26F433F9E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07D75-B7DA-2F90-9154-1C5365C61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7B8D4-0982-9640-0BC3-0E8B9CCA6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D6CFB-643D-1E4D-AA13-4F059126BC53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524EC-8BC7-7CC2-38E0-9C1BAC88A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12A54-7DC1-ADC5-DB39-78550C1F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D8CB-E7EE-4F44-8335-EE602C97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1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93A1A-2D28-C7C3-872F-8714745A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7EF58-1776-1788-6BD4-FBA759FD6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61FE8-2832-9519-B65A-8E4163E6B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D6CFB-643D-1E4D-AA13-4F059126BC53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EBE19-E9DF-619E-E790-AA182073E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289F5-513D-97FA-7F94-6215901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D8CB-E7EE-4F44-8335-EE602C97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5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001D-8891-E9AF-F4A2-ADF5F638A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00423-0BC3-7341-6DD6-66523C0BF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09A64-B487-819E-CC86-EC979EDC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D6CFB-643D-1E4D-AA13-4F059126BC53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57B36-D27B-B888-C4A6-379D0DC66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20605-FE76-EAFE-B029-519C5E35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D8CB-E7EE-4F44-8335-EE602C97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57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283D-C268-37B0-4CF9-61B36CAC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AD569-1CAC-EC4A-608C-2B8A85CBA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2D14C-8A18-7181-F859-EE3250D52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6735F-F6C2-8889-2BAD-A23FEEA9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D6CFB-643D-1E4D-AA13-4F059126BC53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A8B72-8222-2202-C403-36F39614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AAFFE-ED89-56FE-BABF-38CACDF2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D8CB-E7EE-4F44-8335-EE602C97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83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AE347-C2D8-11D1-E028-9113E00A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58C8D-420C-CBF9-29D4-F33287258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2C82D-8A94-A029-D7F7-907E0CC44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6C59BA-5AAD-FE0A-3E3C-ED81EE1C1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7402B9-B0CD-3BC9-F736-AE984EE15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BE92-4B50-EE39-29F3-9391A16BF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D6CFB-643D-1E4D-AA13-4F059126BC53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23FB2D-34A2-B38F-030B-E53F1327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2C188-4569-C652-5485-28C1E10E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D8CB-E7EE-4F44-8335-EE602C97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80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C035C-8BED-D548-CF1C-2F162621A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D09AE-B35A-9CEF-F7E2-3198DE33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D6CFB-643D-1E4D-AA13-4F059126BC53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AD66E-D87C-DFCD-5B19-3001B637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A9FB0-232C-9A3B-EB0D-29E8C43CE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D8CB-E7EE-4F44-8335-EE602C97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59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27ED8-F8CE-6A2F-CEA5-353C566DE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D6CFB-643D-1E4D-AA13-4F059126BC53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EA3179-7BF8-E2C7-2D2F-B26005884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DC59A-7479-C450-9B52-AAABEA01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D8CB-E7EE-4F44-8335-EE602C97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68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78DFA-4268-DAFA-9FA4-0B870F76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21C1B-B988-8C3A-E1CA-1947F1BB2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4A841-894A-2B8F-0C47-E689B32CE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081D0-9E2B-BAE3-2EFE-E7FAC5F8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D6CFB-643D-1E4D-AA13-4F059126BC53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63239-4908-B2A2-8970-F66CDF3B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9FAC3-CFCF-8153-B414-72749C0B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D8CB-E7EE-4F44-8335-EE602C97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3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7DEC-8830-4798-95AC-D7ED4AD7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ECBE1-32C1-0FD4-9CF4-E0A5DAA07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2918D-BDC7-06F1-32EC-6A5D8284D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B3B71-BEEC-B53C-2EBB-189C8DE97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D6CFB-643D-1E4D-AA13-4F059126BC53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956F8-2C0E-1C5B-EE32-E4A8EEA1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FE10A-CAE9-6C0C-3041-910EA706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D8CB-E7EE-4F44-8335-EE602C97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37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8DAD-A259-801B-7D87-4C407B62D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7F729-CAF3-20C1-956C-8761B11EA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02AC9-0CE5-E627-E67E-5DB55A7F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D6CFB-643D-1E4D-AA13-4F059126BC53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9C775-E9B0-ACF1-E96E-6473709C6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1221D-1D12-FE4D-7B70-A550B108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D8CB-E7EE-4F44-8335-EE602C97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783A8E-60EE-E720-3CBE-EDA738A13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7C7DD-426D-B9A2-E112-F77E3C417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3543F-D0EB-3999-B819-EB649D1CA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D6CFB-643D-1E4D-AA13-4F059126BC53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BB64A-C85C-D500-6DB0-267183846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83660-185E-EB83-5272-3CF82CBCF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D8CB-E7EE-4F44-8335-EE602C97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71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1D7816-12B1-B0A7-8DE1-927FBCDB5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FD73F-14C1-BCB3-143F-AA50EC472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4E9FF-1E43-E9B9-6A78-6ECF435CD5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AD6CFB-643D-1E4D-AA13-4F059126BC53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3828C-4A22-A471-8D6D-911AB3212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CF692-D27F-7836-E690-C13864597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5D8CB-E7EE-4F44-8335-EE602C97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45DF5FB-C5F3-68BC-5275-F4427BFAB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031475">
            <a:off x="977322" y="0"/>
            <a:ext cx="363582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BE40F-C2A3-261C-5FDB-CA78074CA05B}"/>
              </a:ext>
            </a:extLst>
          </p:cNvPr>
          <p:cNvSpPr txBox="1"/>
          <p:nvPr/>
        </p:nvSpPr>
        <p:spPr>
          <a:xfrm>
            <a:off x="5254573" y="1536174"/>
            <a:ext cx="7327717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0" b="1" dirty="0" err="1">
                <a:solidFill>
                  <a:srgbClr val="223D59"/>
                </a:solidFill>
                <a:ea typeface="ADLaM Display" panose="02010000000000000000" pitchFamily="2" charset="77"/>
                <a:cs typeface="Gautami" panose="020B0502040204020203" pitchFamily="34" charset="0"/>
              </a:rPr>
              <a:t>bella</a:t>
            </a:r>
            <a:endParaRPr lang="en-US" sz="24000" b="1" dirty="0">
              <a:solidFill>
                <a:srgbClr val="223D59"/>
              </a:solidFill>
              <a:ea typeface="ADLaM Display" panose="02010000000000000000" pitchFamily="2" charset="77"/>
              <a:cs typeface="Gautam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410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ADLaM Display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Marino  Gabriele</dc:creator>
  <cp:lastModifiedBy>Marino  Gabriele</cp:lastModifiedBy>
  <cp:revision>7</cp:revision>
  <dcterms:created xsi:type="dcterms:W3CDTF">2026-01-04T20:38:00Z</dcterms:created>
  <dcterms:modified xsi:type="dcterms:W3CDTF">2026-01-04T21:25:53Z</dcterms:modified>
</cp:coreProperties>
</file>